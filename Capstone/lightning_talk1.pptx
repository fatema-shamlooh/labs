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644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91901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0515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CAPSTONE PART 1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777240" y="13716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Lightning Talk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8686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data science project ideas — problem, goal, and first look at the data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202436" y="374904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253996" y="4069080"/>
            <a:ext cx="914400" cy="91440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3452" y="4288536"/>
            <a:ext cx="475488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2436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Satisfaction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85716" y="374904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5637276" y="4069080"/>
            <a:ext cx="914400" cy="9144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1" name="Image 1" descr="app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6732" y="4288536"/>
            <a:ext cx="475488" cy="47548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85716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&amp;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7968996" y="3749040"/>
            <a:ext cx="3017520" cy="2103120"/>
          </a:xfrm>
          <a:prstGeom prst="roundRect">
            <a:avLst>
              <a:gd name="adj" fmla="val 5217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9020556" y="4069080"/>
            <a:ext cx="914400" cy="914400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15" name="Image 2" descr="shiel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40012" y="428853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968996" y="50749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</a:t>
            </a:r>
            <a:endParaRPr lang="en-US" sz="14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Passenger Satisfaction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Airlines spend a lot of money on things like Wi-Fi, seats, food, and boarding. But they do not always know which of these really make a passenger happy.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Because of this, airlines may spend money on the wrong upgrades.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will help airline teams — and passengers — by showing which services matter most.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23076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065A82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88836" y="21031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go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1482" y="22457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6076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88836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Guess if a passenger is Satisfied or Not Satisfied.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services (Wi-Fi, seat, food, boarding) matter most.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satisfaction across travel class and travel type.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Problem &amp; Goal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pla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Airline Passenger Satisfaction — First Look at the Data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756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2211751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508760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77240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"satisfaction": Satisfied vs. Neutral/Dissatisfied — two groups, so this is a classification problem.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0216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0256" y="20756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2" descr="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319" y="221175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51776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51776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few — 310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620256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the Arrival Delay column has gaps (310 rows, about 0.3% of the data). Small enough to fix easily.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5902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0" name="Image 3" descr="colum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726351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508760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category · 20 numeric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categorical columns (Gender, Customer Type, Travel Type, Class, target) and 20 numerical columns (mostly 0–5 service ratings).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300216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0256" y="4590288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6" name="Image 4" descr="outl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319" y="472635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51776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51776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in delay columns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6620256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Delay and Arrival Delay each have about 14% outliers — a few flights are delayed a lot more than most.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EDA Findings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Nutrition Health Scoring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Food nutrition labels have many numbers — calories, protein, fat, sugar, and more. This makes it hard for people to quickly tell if a food is healthy.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easy score, shoppers, dietitians, and fitness apps struggle to compare food choices.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turns raw nutrition numbers into one clear health score.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23076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1C7293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88836" y="21031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go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1482" y="22457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6076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88836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a food's Health Score from its nutrition facts.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nutrients (protein, fiber, sugar, fat) matter most.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clean pipeline that handles missing and messy data.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Problem &amp; Goal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3" name="Image 0" descr="app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2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Food &amp; Nutrition Health Scoring — First Look at the Data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756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2211751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508760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Regression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77240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"health_score", a numeric score (20–75). Since we predict a number, this is a regression problem.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0216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0256" y="20756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4" name="Image 2" descr="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319" y="221175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51776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51776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104,446 missing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620256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nutrient columns (vitamins, minerals, serving info) have gaps. Plan: fill with the median value.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5902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0" name="Image 3" descr="colum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726351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508760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category · 15 number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categorical/text columns (food name, category, brand) and 15 numerical columns (calories, protein, fat, sugar, target).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300216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0256" y="4590288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6" name="Image 4" descr="outl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319" y="472635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51776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51776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in calories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6620256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3.8% of foods have very high calories (rich oils, butters, big meals) — real values, not data errors.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EDA Findings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3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Intrusion Detection</a:t>
            </a:r>
            <a:endParaRPr lang="en-US" sz="2700" dirty="0"/>
          </a:p>
        </p:txBody>
      </p:sp>
      <p:sp>
        <p:nvSpPr>
          <p:cNvPr id="6" name="Shape 3"/>
          <p:cNvSpPr/>
          <p:nvPr/>
        </p:nvSpPr>
        <p:spPr>
          <a:xfrm>
            <a:off x="457200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22960" y="2103120"/>
            <a:ext cx="594360" cy="594360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8" name="Image 1" descr="probl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5606" y="2245766"/>
            <a:ext cx="309067" cy="30906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822960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Hackers can sneak past normal defenses by making bad traffic look like normal traffic. Security teams cannot check every log by hand.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 need an automatic way to catch bad traffic (infiltration) using only traffic patterns.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matters for security teams, companies, and every user whose data they protect.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6323076" y="1737360"/>
            <a:ext cx="5408676" cy="4480560"/>
          </a:xfrm>
          <a:prstGeom prst="roundRect">
            <a:avLst>
              <a:gd name="adj" fmla="val 2449"/>
            </a:avLst>
          </a:prstGeom>
          <a:solidFill>
            <a:srgbClr val="3A5A8C"/>
          </a:solidFill>
          <a:ln/>
          <a:effectLst>
            <a:outerShdw blurRad="101600" dist="381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688836" y="2103120"/>
            <a:ext cx="594360" cy="59436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3" name="Image 2" descr="goal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1482" y="2245766"/>
            <a:ext cx="309067" cy="30906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466076" y="2148840"/>
            <a:ext cx="39456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Goal</a:t>
            </a:r>
            <a:endParaRPr lang="en-US" sz="2000" dirty="0"/>
          </a:p>
        </p:txBody>
      </p:sp>
      <p:sp>
        <p:nvSpPr>
          <p:cNvPr id="15" name="Text 10"/>
          <p:cNvSpPr/>
          <p:nvPr/>
        </p:nvSpPr>
        <p:spPr>
          <a:xfrm>
            <a:off x="6688836" y="2880360"/>
            <a:ext cx="4677156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network traffic as Benign (safe) or Infiltration (attack).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which traffic patterns best separate safe from unsafe.</a:t>
            </a:r>
            <a:endParaRPr lang="en-US" sz="1500" dirty="0"/>
          </a:p>
          <a:p>
            <a:pPr marL="342900" indent="-342900">
              <a:lnSpc>
                <a:spcPct val="120000"/>
              </a:lnSpc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model fast enough to flag attacks in near real time.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Problem &amp; Goal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822960" cy="822960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3" name="Image 0" descr="sh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6150" y="654710"/>
            <a:ext cx="427939" cy="42793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55448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3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1554480" y="74980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Network Intrusion Detection — First Look at the Data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457200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777240" y="2075688"/>
            <a:ext cx="566928" cy="566928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8" name="Image 1" descr="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3303" y="2211751"/>
            <a:ext cx="294803" cy="294803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08760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TYPE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1508760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Classification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777240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is "Label": Benign vs. Infiltration — two groups, so this is a classification problem.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6300216" y="17830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6620256" y="2075688"/>
            <a:ext cx="566928" cy="566928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14" name="Image 2" descr="missin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56319" y="2211751"/>
            <a:ext cx="294803" cy="29480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351776" y="20574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7351776" y="23317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Very few — 36</a:t>
            </a:r>
            <a:endParaRPr lang="en-US" sz="1900" dirty="0"/>
          </a:p>
        </p:txBody>
      </p:sp>
      <p:sp>
        <p:nvSpPr>
          <p:cNvPr id="17" name="Text 12"/>
          <p:cNvSpPr/>
          <p:nvPr/>
        </p:nvSpPr>
        <p:spPr>
          <a:xfrm>
            <a:off x="6620256" y="28803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"Flow Bytes/s" has gaps (36 rows), from flows with zero duration. Easy to fill or drop.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57200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777240" y="4590288"/>
            <a:ext cx="566928" cy="566928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20" name="Image 3" descr="colum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3303" y="4726351"/>
            <a:ext cx="294803" cy="294803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508760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TYPES</a:t>
            </a:r>
            <a:endParaRPr lang="en-US" sz="1200" dirty="0"/>
          </a:p>
        </p:txBody>
      </p:sp>
      <p:sp>
        <p:nvSpPr>
          <p:cNvPr id="22" name="Text 16"/>
          <p:cNvSpPr/>
          <p:nvPr/>
        </p:nvSpPr>
        <p:spPr>
          <a:xfrm>
            <a:off x="1508760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category · 78 number</a:t>
            </a:r>
            <a:endParaRPr lang="en-US" sz="1900" dirty="0"/>
          </a:p>
        </p:txBody>
      </p:sp>
      <p:sp>
        <p:nvSpPr>
          <p:cNvPr id="23" name="Text 17"/>
          <p:cNvSpPr/>
          <p:nvPr/>
        </p:nvSpPr>
        <p:spPr>
          <a:xfrm>
            <a:off x="777240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 categorical column — the target itself. The other 78 columns are numeric traffic statistics.</a:t>
            </a:r>
            <a:endParaRPr lang="en-US" sz="1250" dirty="0"/>
          </a:p>
        </p:txBody>
      </p:sp>
      <p:sp>
        <p:nvSpPr>
          <p:cNvPr id="24" name="Shape 18"/>
          <p:cNvSpPr/>
          <p:nvPr/>
        </p:nvSpPr>
        <p:spPr>
          <a:xfrm>
            <a:off x="6300216" y="4297680"/>
            <a:ext cx="5431536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/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6620256" y="4590288"/>
            <a:ext cx="566928" cy="566928"/>
          </a:xfrm>
          <a:prstGeom prst="ellipse">
            <a:avLst/>
          </a:prstGeom>
          <a:solidFill>
            <a:srgbClr val="3A5A8C"/>
          </a:solidFill>
          <a:ln/>
        </p:spPr>
      </p:sp>
      <p:pic>
        <p:nvPicPr>
          <p:cNvPr id="26" name="Image 4" descr="outli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56319" y="4726351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351776" y="4572000"/>
            <a:ext cx="405993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3A5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</a:t>
            </a:r>
            <a:endParaRPr lang="en-US" sz="1200" dirty="0"/>
          </a:p>
        </p:txBody>
      </p:sp>
      <p:sp>
        <p:nvSpPr>
          <p:cNvPr id="28" name="Text 21"/>
          <p:cNvSpPr/>
          <p:nvPr/>
        </p:nvSpPr>
        <p:spPr>
          <a:xfrm>
            <a:off x="7351776" y="4846320"/>
            <a:ext cx="405993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Yes — in Flow Duration</a:t>
            </a:r>
            <a:endParaRPr lang="en-US" sz="1900" dirty="0"/>
          </a:p>
        </p:txBody>
      </p:sp>
      <p:sp>
        <p:nvSpPr>
          <p:cNvPr id="29" name="Text 22"/>
          <p:cNvSpPr/>
          <p:nvPr/>
        </p:nvSpPr>
        <p:spPr>
          <a:xfrm>
            <a:off x="6620256" y="5394960"/>
            <a:ext cx="4791456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20.7% of flows are outliers — a mix of very short and very long connections, which can be a real attack signal.</a:t>
            </a:r>
            <a:endParaRPr lang="en-US" sz="1250" dirty="0"/>
          </a:p>
        </p:txBody>
      </p:sp>
      <p:sp>
        <p:nvSpPr>
          <p:cNvPr id="30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Lightning Talk 1  ·  EDA Findings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91556" y="1371600"/>
            <a:ext cx="1005840" cy="100584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" name="Image 0" descr="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2958" y="1613002"/>
            <a:ext cx="523037" cy="5230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52044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DC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776</Words>
  <Application>Microsoft Office PowerPoint</Application>
  <PresentationFormat>Widescreen</PresentationFormat>
  <Paragraphs>103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Jenan Khalil Ebrahim Shamlooh</cp:lastModifiedBy>
  <cp:revision>2</cp:revision>
  <dcterms:created xsi:type="dcterms:W3CDTF">2026-08-05T20:11:07Z</dcterms:created>
  <dcterms:modified xsi:type="dcterms:W3CDTF">2026-08-05T20:16:08Z</dcterms:modified>
</cp:coreProperties>
</file>